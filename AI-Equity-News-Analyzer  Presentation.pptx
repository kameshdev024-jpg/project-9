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aleway" charset="0"/>
      <p:regular r:id="rId13"/>
    </p:embeddedFont>
    <p:embeddedFont>
      <p:font typeface="TT Lakes Neue Bold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TT Lakes Neue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09887"/>
            <a:ext cx="7909257" cy="65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9"/>
              </a:lnSpc>
              <a:spcBef>
                <a:spcPct val="0"/>
              </a:spcBef>
            </a:pPr>
            <a:r>
              <a:rPr lang="en-US" sz="465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Slide 1: Title Slide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8404" y="3003889"/>
            <a:ext cx="14693109" cy="412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4382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TITLE: AI-POWERED EQUITY RESEARCH NEWS </a:t>
            </a:r>
            <a:r>
              <a:rPr lang="en-US" sz="4382" b="1" dirty="0" smtClean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ANALYZER</a:t>
            </a:r>
          </a:p>
          <a:p>
            <a:pPr algn="ctr">
              <a:lnSpc>
                <a:spcPts val="4645"/>
              </a:lnSpc>
              <a:spcBef>
                <a:spcPct val="0"/>
              </a:spcBef>
            </a:pPr>
            <a:endParaRPr lang="en-US" sz="4382" b="1" dirty="0">
              <a:solidFill>
                <a:srgbClr val="FFFFFF"/>
              </a:solidFill>
              <a:latin typeface="TT Lakes Neue Bold"/>
              <a:ea typeface="TT Lakes Neue Bold"/>
              <a:cs typeface="TT Lakes Neue Bold"/>
              <a:sym typeface="TT Lakes Neue Bold"/>
            </a:endParaRPr>
          </a:p>
          <a:p>
            <a:pPr algn="ctr">
              <a:lnSpc>
                <a:spcPts val="464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4382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SUBTITLE: AN AUTOMATED TOOL TO FETCH AND SUMMARIZE FINANCIAL NEWS USING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250" y="7786706"/>
            <a:ext cx="116443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Presented by: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[Kamesh Dewangan]</a:t>
            </a:r>
            <a:endParaRPr lang="en-US" sz="3200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Submitted to: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[Next Hikes It Solutions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429259"/>
            <a:ext cx="13183246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2: PROJECT OVERVIEW &amp; 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18318"/>
            <a:ext cx="17366226" cy="359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1"/>
              </a:lnSpc>
              <a:spcBef>
                <a:spcPct val="0"/>
              </a:spcBef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WHAT IS IT? A SMART WEB APPLICATION DESIGNED TO HELP EQUITY RESEARCH ANALYSTS QUICKLY PROCESS MARKET NEWS. </a:t>
            </a:r>
          </a:p>
          <a:p>
            <a:pPr algn="ctr">
              <a:lnSpc>
                <a:spcPts val="355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551"/>
              </a:lnSpc>
              <a:spcBef>
                <a:spcPct val="0"/>
              </a:spcBef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THE PROBLEM: ANALYSTS FACE INFORMATION OVERLOAD FROM HUNDREDS OF DAILY FINANCIAL NEWS ARTICLES. </a:t>
            </a:r>
          </a:p>
          <a:p>
            <a:pPr algn="ctr">
              <a:lnSpc>
                <a:spcPts val="355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551"/>
              </a:lnSpc>
              <a:spcBef>
                <a:spcPct val="0"/>
              </a:spcBef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THE SOLUTION: AUTOMATES NEWS GATHERING VIA API AND GENERATES CONCISE, AI-POWERED SUMMARIES.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4075" y="444055"/>
            <a:ext cx="8939925" cy="64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9"/>
              </a:lnSpc>
              <a:spcBef>
                <a:spcPct val="0"/>
              </a:spcBef>
            </a:pPr>
            <a:r>
              <a:rPr lang="en-US" sz="46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3: TECH STACK &amp; TOOLS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118043"/>
            <a:ext cx="17825804" cy="556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5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PROGRAMMING LANGUAGE: PYTHON</a:t>
            </a:r>
          </a:p>
          <a:p>
            <a:pPr algn="ctr">
              <a:lnSpc>
                <a:spcPts val="397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975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WEB FRAMEWORK:   STREAMLIT (FOR BUILDING THE USER INTERFACE)</a:t>
            </a:r>
          </a:p>
          <a:p>
            <a:pPr algn="ctr">
              <a:lnSpc>
                <a:spcPts val="397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975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ORCHESTRATION TOOL: LANGCHAIN (FOR PROMPT TEMPLATES AND MODEL CHAINS) </a:t>
            </a:r>
          </a:p>
          <a:p>
            <a:pPr algn="ctr">
              <a:lnSpc>
                <a:spcPts val="397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975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AI INTELLIGENCE:  OPENAI GPT API (FOR GENERATING SMART SUMMARIES)</a:t>
            </a:r>
          </a:p>
          <a:p>
            <a:pPr algn="ctr">
              <a:lnSpc>
                <a:spcPts val="397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975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DATA SOURCE:  NEWSAPI (FOR FETCHING REAL-TIME GLOBAL NEWS)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429259"/>
            <a:ext cx="14248920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4: ENVIRONMENT SETUP &amp; DEPENDENCIES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18318"/>
            <a:ext cx="17366226" cy="404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283" lvl="1" indent="-361642" algn="ctr">
              <a:lnSpc>
                <a:spcPts val="3551"/>
              </a:lnSpc>
              <a:buFont typeface="Arial"/>
              <a:buChar char="•"/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REQUIRED LIBRARIES: INSTALLED VIA PIP INSTALL STREAMLIT LANGCHAIN OPENAI NEWSAPI-PYTHON. </a:t>
            </a:r>
          </a:p>
          <a:p>
            <a:pPr marL="723283" lvl="1" indent="-361642" algn="ctr">
              <a:lnSpc>
                <a:spcPts val="3551"/>
              </a:lnSpc>
              <a:buFont typeface="Arial"/>
              <a:buChar char="•"/>
            </a:pPr>
            <a:endParaRPr/>
          </a:p>
          <a:p>
            <a:pPr marL="723283" lvl="1" indent="-361642" algn="ctr">
              <a:lnSpc>
                <a:spcPts val="3551"/>
              </a:lnSpc>
              <a:buFont typeface="Arial"/>
              <a:buChar char="•"/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API Configuration: Securely handled keys for OpenAI and NewsAPI inside the codebase. </a:t>
            </a:r>
          </a:p>
          <a:p>
            <a:pPr marL="723283" lvl="1" indent="-361642" algn="ctr">
              <a:lnSpc>
                <a:spcPts val="3551"/>
              </a:lnSpc>
              <a:buFont typeface="Arial"/>
              <a:buChar char="•"/>
            </a:pPr>
            <a:endParaRPr/>
          </a:p>
          <a:p>
            <a:pPr marL="723283" lvl="1" indent="-361642" algn="ctr">
              <a:lnSpc>
                <a:spcPts val="3551"/>
              </a:lnSpc>
              <a:buFont typeface="Arial"/>
              <a:buChar char="•"/>
            </a:pPr>
            <a:r>
              <a:rPr lang="en-US" sz="33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Workspace Management: Organized local directories to manage configuration and app files seamlessly. </a:t>
            </a:r>
          </a:p>
          <a:p>
            <a:pPr algn="ctr">
              <a:lnSpc>
                <a:spcPts val="3551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429259"/>
            <a:ext cx="14248920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5: BACKEND LOGIC – FETCHING NEWS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368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API INTEGRATION: INITIALIZED NEWSAPICLIENT TO QUERY LIVE ARTICLES.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Relevance Filtering: Configured parameters (language='en', sort_by='relevancy') to target the most accurate articles.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Data Extraction: The get_news_articles(query) function pulls the raw article data dictionary.</a:t>
            </a:r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429259"/>
            <a:ext cx="14248920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6: PROCESSING &amp; SUMMARIZING ARTICLES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41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DESCRIPTION EXTRACTION: LOOP ITERATES THROUGH ARTICLES TO PULL TEXT DESCRIPTIONS (ARTICLE['DESCRIPTION']).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Text Combination: summarize_articles() joins descriptions into a single block of contextual text.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Pipeline Function: get_summary(query) combines both fetching and text combination into one single step.</a:t>
            </a:r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429259"/>
            <a:ext cx="16858734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7: LANGCHAIN INTEGRATION &amp; PROMPT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41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ROLE ASSIGNMENT: CONFIGURED THE PROMPT TEMPLATE: "YOU ARE AN AI ASSISTANT HELPING AN EQUITY RESEARCH ANALYST..."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Dynamic Inputs: Uses PromptTemplate with input variables query and summaries.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LLM Chain: Binds the prompt and OpenAI model together using LLMChain for execution</a:t>
            </a:r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3675488" y="277020"/>
            <a:ext cx="16858734" cy="5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  <a:spcBef>
                <a:spcPct val="0"/>
              </a:spcBef>
            </a:pPr>
            <a:r>
              <a:rPr lang="en-US" sz="425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8: BUILDING THE WEB UI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41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STREAMLIT TITLE &amp; INPUT: DISPLAYS A CLEAN INTERFACE TITLE AND AN INTERACTIVE TEXT BOX (ST.TEXT_INPUT('QUERY')).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Execution Trigger: A "Get News" button that activates the backend pipeline when clicked.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Output Display: Renders the final markdown summary directly on the web page. </a:t>
            </a:r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623223" y="481828"/>
            <a:ext cx="15936960" cy="62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  <a:spcBef>
                <a:spcPct val="0"/>
              </a:spcBef>
            </a:pPr>
            <a:r>
              <a:rPr lang="en-US" sz="447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9: EXECUTION &amp; DEPLOYMENT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41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LOCAL SERVER RUN: APP LAUNCHED USING PYTHON AND STREAMLIT SUBPROCESS COMMANDS (STREAMLIT RUN APP.PY).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Port Customization: Configured to run smoothly on local development ports (e.g., localhost:8502).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Project Files: Maintained a clean layout with requirements.txt and README.md for sharing. </a:t>
            </a:r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807" y="3505117"/>
            <a:ext cx="18688947" cy="3721654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448807" y="406263"/>
            <a:ext cx="15936960" cy="62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  <a:spcBef>
                <a:spcPct val="0"/>
              </a:spcBef>
            </a:pPr>
            <a:r>
              <a:rPr lang="en-US" sz="447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10: CONCLUSION &amp; 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075" y="3808793"/>
            <a:ext cx="17762366" cy="5059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CONCLUSION: SUCCESSFULLY BUILT A WORKING END-TO-END AI APPLICATION BRIDGING FINANCIAL DATA AND LLM SUMMARIES.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Learning Outcomes: Gained practical experience in API handling, LangChain prompt engineering, and Streamlit app deployment.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r>
              <a:rPr lang="en-US" sz="3426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Future Enhancements: Adding sentiment analysis (Bullish/Bearish indicators) and saving historical search logs. </a:t>
            </a:r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marL="739782" lvl="1" indent="-369891" algn="ctr">
              <a:lnSpc>
                <a:spcPts val="3632"/>
              </a:lnSpc>
              <a:buFont typeface="Arial"/>
              <a:buChar char="•"/>
            </a:pPr>
            <a:endParaRPr/>
          </a:p>
          <a:p>
            <a:pPr algn="ctr">
              <a:lnSpc>
                <a:spcPts val="36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984803" y="-1314334"/>
            <a:ext cx="8318394" cy="13299759"/>
          </a:xfrm>
          <a:custGeom>
            <a:avLst/>
            <a:gdLst/>
            <a:ahLst/>
            <a:cxnLst/>
            <a:rect l="l" t="t" r="r" b="b"/>
            <a:pathLst>
              <a:path w="8318394" h="13299759">
                <a:moveTo>
                  <a:pt x="0" y="0"/>
                </a:moveTo>
                <a:lnTo>
                  <a:pt x="8318394" y="0"/>
                </a:lnTo>
                <a:lnTo>
                  <a:pt x="8318394" y="13299759"/>
                </a:lnTo>
                <a:lnTo>
                  <a:pt x="0" y="13299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95089" y="4598153"/>
            <a:ext cx="5097823" cy="163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3"/>
              </a:lnSpc>
              <a:spcBef>
                <a:spcPct val="0"/>
              </a:spcBef>
            </a:pPr>
            <a:r>
              <a:rPr lang="en-US" sz="11814" b="1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45623" y="3359600"/>
            <a:ext cx="5796755" cy="163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3"/>
              </a:lnSpc>
              <a:spcBef>
                <a:spcPct val="0"/>
              </a:spcBef>
            </a:pPr>
            <a:r>
              <a:rPr lang="en-US" sz="11814" b="1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THANK</a:t>
            </a:r>
          </a:p>
        </p:txBody>
      </p:sp>
      <p:sp>
        <p:nvSpPr>
          <p:cNvPr id="5" name="Freeform 5"/>
          <p:cNvSpPr/>
          <p:nvPr/>
        </p:nvSpPr>
        <p:spPr>
          <a:xfrm>
            <a:off x="2494121" y="857710"/>
            <a:ext cx="1789958" cy="1757413"/>
          </a:xfrm>
          <a:custGeom>
            <a:avLst/>
            <a:gdLst/>
            <a:ahLst/>
            <a:cxnLst/>
            <a:rect l="l" t="t" r="r" b="b"/>
            <a:pathLst>
              <a:path w="1789958" h="1757413">
                <a:moveTo>
                  <a:pt x="0" y="0"/>
                </a:moveTo>
                <a:lnTo>
                  <a:pt x="1789958" y="0"/>
                </a:lnTo>
                <a:lnTo>
                  <a:pt x="1789958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7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538</Words>
  <Application>Microsoft Office PowerPoint</Application>
  <PresentationFormat>Custom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Raleway</vt:lpstr>
      <vt:lpstr>TT Lakes Neue Bold</vt:lpstr>
      <vt:lpstr>Calibri</vt:lpstr>
      <vt:lpstr>TT Lakes Neue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AI Technology Presentation</dc:title>
  <cp:lastModifiedBy>ASUS</cp:lastModifiedBy>
  <cp:revision>2</cp:revision>
  <dcterms:created xsi:type="dcterms:W3CDTF">2006-08-16T00:00:00Z</dcterms:created>
  <dcterms:modified xsi:type="dcterms:W3CDTF">2026-09-15T03:59:44Z</dcterms:modified>
  <dc:identifier>DAHVSVc5vo4</dc:identifier>
</cp:coreProperties>
</file>